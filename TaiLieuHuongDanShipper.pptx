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5"/>
  </p:notesMasterIdLst>
  <p:sldIdLst>
    <p:sldId id="348" r:id="rId3"/>
    <p:sldId id="34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77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2748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17897F2-0F5A-4109-A70A-C4ADFFF945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2" y="27485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81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401" y="284091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690AB62-1AB2-463D-A364-C56965D614AF}"/>
              </a:ext>
            </a:extLst>
          </p:cNvPr>
          <p:cNvSpPr/>
          <p:nvPr userDrawn="1"/>
        </p:nvSpPr>
        <p:spPr>
          <a:xfrm>
            <a:off x="3572716" y="1699404"/>
            <a:ext cx="2278948" cy="418855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6B3D85B-CD2F-4DBA-AF20-578784CFAB04}"/>
              </a:ext>
            </a:extLst>
          </p:cNvPr>
          <p:cNvSpPr/>
          <p:nvPr userDrawn="1"/>
        </p:nvSpPr>
        <p:spPr>
          <a:xfrm>
            <a:off x="6325923" y="1699404"/>
            <a:ext cx="2278948" cy="418855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75D8F98-8504-46B4-87E8-D18135B4CB0E}"/>
              </a:ext>
            </a:extLst>
          </p:cNvPr>
          <p:cNvSpPr/>
          <p:nvPr userDrawn="1"/>
        </p:nvSpPr>
        <p:spPr>
          <a:xfrm>
            <a:off x="9079129" y="1699404"/>
            <a:ext cx="2278948" cy="4188556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163A598-030E-43CA-ACC8-5AFB85D4B0B7}"/>
              </a:ext>
            </a:extLst>
          </p:cNvPr>
          <p:cNvSpPr/>
          <p:nvPr userDrawn="1"/>
        </p:nvSpPr>
        <p:spPr>
          <a:xfrm>
            <a:off x="819509" y="1699404"/>
            <a:ext cx="2278948" cy="4188556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4EBA09-06F2-484E-961B-FB30EA0AFFF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650190" y="1769412"/>
            <a:ext cx="212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6FD835-9F16-4A78-A230-9C0573202BB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6403397" y="1769412"/>
            <a:ext cx="212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1C7CB6C-BBA0-4478-B6E7-3FEA2A2A9E13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9156603" y="1769412"/>
            <a:ext cx="212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BD89088-A080-4B06-A8BE-5048F82EB13E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896983" y="1769412"/>
            <a:ext cx="2124000" cy="212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noFill/>
          </a:ln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5716A95-3370-4781-92F1-DC2B4A9435FD}"/>
              </a:ext>
            </a:extLst>
          </p:cNvPr>
          <p:cNvSpPr/>
          <p:nvPr userDrawn="1"/>
        </p:nvSpPr>
        <p:spPr>
          <a:xfrm>
            <a:off x="3693814" y="724277"/>
            <a:ext cx="8498186" cy="289710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1BB3E5-2AB1-4F2F-958C-9042E7741AD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271516"/>
            <a:ext cx="5447869" cy="451292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8AE8919-ABD0-491D-8C8D-0F843CA4188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807968" y="0"/>
            <a:ext cx="638403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그림 개체 틀 41">
            <a:extLst>
              <a:ext uri="{FF2B5EF4-FFF2-40B4-BE49-F238E27FC236}">
                <a16:creationId xmlns:a16="http://schemas.microsoft.com/office/drawing/2014/main" id="{3B79C156-2C40-42C4-957A-8857C47C2F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66343" y="2148806"/>
            <a:ext cx="2858549" cy="4064009"/>
          </a:xfrm>
          <a:custGeom>
            <a:avLst/>
            <a:gdLst>
              <a:gd name="connsiteX0" fmla="*/ 69428 w 2687873"/>
              <a:gd name="connsiteY0" fmla="*/ 0 h 3821359"/>
              <a:gd name="connsiteX1" fmla="*/ 2618445 w 2687873"/>
              <a:gd name="connsiteY1" fmla="*/ 0 h 3821359"/>
              <a:gd name="connsiteX2" fmla="*/ 2687873 w 2687873"/>
              <a:gd name="connsiteY2" fmla="*/ 69428 h 3821359"/>
              <a:gd name="connsiteX3" fmla="*/ 2687873 w 2687873"/>
              <a:gd name="connsiteY3" fmla="*/ 3751931 h 3821359"/>
              <a:gd name="connsiteX4" fmla="*/ 2618445 w 2687873"/>
              <a:gd name="connsiteY4" fmla="*/ 3821359 h 3821359"/>
              <a:gd name="connsiteX5" fmla="*/ 69428 w 2687873"/>
              <a:gd name="connsiteY5" fmla="*/ 3821359 h 3821359"/>
              <a:gd name="connsiteX6" fmla="*/ 0 w 2687873"/>
              <a:gd name="connsiteY6" fmla="*/ 3751931 h 3821359"/>
              <a:gd name="connsiteX7" fmla="*/ 0 w 2687873"/>
              <a:gd name="connsiteY7" fmla="*/ 69428 h 3821359"/>
              <a:gd name="connsiteX8" fmla="*/ 69428 w 2687873"/>
              <a:gd name="connsiteY8" fmla="*/ 0 h 3821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87873" h="3821359">
                <a:moveTo>
                  <a:pt x="69428" y="0"/>
                </a:moveTo>
                <a:lnTo>
                  <a:pt x="2618445" y="0"/>
                </a:lnTo>
                <a:cubicBezTo>
                  <a:pt x="2656789" y="0"/>
                  <a:pt x="2687873" y="31084"/>
                  <a:pt x="2687873" y="69428"/>
                </a:cubicBezTo>
                <a:lnTo>
                  <a:pt x="2687873" y="3751931"/>
                </a:lnTo>
                <a:cubicBezTo>
                  <a:pt x="2687873" y="3790275"/>
                  <a:pt x="2656789" y="3821359"/>
                  <a:pt x="2618445" y="3821359"/>
                </a:cubicBezTo>
                <a:lnTo>
                  <a:pt x="69428" y="3821359"/>
                </a:lnTo>
                <a:cubicBezTo>
                  <a:pt x="31084" y="3821359"/>
                  <a:pt x="0" y="3790275"/>
                  <a:pt x="0" y="3751931"/>
                </a:cubicBezTo>
                <a:lnTo>
                  <a:pt x="0" y="69428"/>
                </a:lnTo>
                <a:cubicBezTo>
                  <a:pt x="0" y="31084"/>
                  <a:pt x="31084" y="0"/>
                  <a:pt x="6942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690CEA-E290-4A68-A067-954D6A28B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74857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6035CF7C-F195-4092-912F-476682E66639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728244" y="2682240"/>
            <a:ext cx="3600000" cy="417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0E656-C2C5-460F-8E3B-6031F7D285C5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2682240"/>
            <a:ext cx="3600000" cy="417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763EB5CF-5F2C-41D2-A4BB-3DE3B564D82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37" y="0"/>
            <a:ext cx="3888000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BB433-83EF-4096-945D-D34350412BB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38" y="3510000"/>
            <a:ext cx="3887317" cy="3348000"/>
          </a:xfrm>
          <a:prstGeom prst="flowChartInputOutpu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D28A9825-EE2E-4422-95CA-7C8F4B7884C5}"/>
              </a:ext>
            </a:extLst>
          </p:cNvPr>
          <p:cNvSpPr/>
          <p:nvPr userDrawn="1"/>
        </p:nvSpPr>
        <p:spPr>
          <a:xfrm flipH="1">
            <a:off x="9266547" y="5209812"/>
            <a:ext cx="2744030" cy="1658983"/>
          </a:xfrm>
          <a:prstGeom prst="parallelogram">
            <a:avLst>
              <a:gd name="adj" fmla="val 132222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BF6F1596-CCFC-4E31-8F08-E4A644EBEB67}"/>
              </a:ext>
            </a:extLst>
          </p:cNvPr>
          <p:cNvSpPr/>
          <p:nvPr userDrawn="1"/>
        </p:nvSpPr>
        <p:spPr>
          <a:xfrm flipH="1">
            <a:off x="8716942" y="5895058"/>
            <a:ext cx="1889840" cy="973737"/>
          </a:xfrm>
          <a:prstGeom prst="parallelogram">
            <a:avLst>
              <a:gd name="adj" fmla="val 132222"/>
            </a:avLst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6" name="평행 사변형 5">
            <a:extLst>
              <a:ext uri="{FF2B5EF4-FFF2-40B4-BE49-F238E27FC236}">
                <a16:creationId xmlns:a16="http://schemas.microsoft.com/office/drawing/2014/main" id="{6BE547E9-141F-443E-874E-C15119CC38D4}"/>
              </a:ext>
            </a:extLst>
          </p:cNvPr>
          <p:cNvSpPr/>
          <p:nvPr userDrawn="1"/>
        </p:nvSpPr>
        <p:spPr>
          <a:xfrm flipH="1">
            <a:off x="8108174" y="4836187"/>
            <a:ext cx="2661819" cy="1658983"/>
          </a:xfrm>
          <a:prstGeom prst="parallelogram">
            <a:avLst>
              <a:gd name="adj" fmla="val 1374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id="{A596D7AF-9E4D-46EE-A9E3-18B26317E1A8}"/>
              </a:ext>
            </a:extLst>
          </p:cNvPr>
          <p:cNvSpPr/>
          <p:nvPr userDrawn="1"/>
        </p:nvSpPr>
        <p:spPr>
          <a:xfrm flipH="1">
            <a:off x="7591933" y="5497370"/>
            <a:ext cx="2129887" cy="1371425"/>
          </a:xfrm>
          <a:prstGeom prst="parallelogram">
            <a:avLst>
              <a:gd name="adj" fmla="val 131757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0714B261-42DC-420F-B11F-56B9C1AD7AA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309135" y="0"/>
            <a:ext cx="4032085" cy="6858000"/>
          </a:xfrm>
          <a:custGeom>
            <a:avLst/>
            <a:gdLst>
              <a:gd name="connsiteX0" fmla="*/ 755529 w 4032085"/>
              <a:gd name="connsiteY0" fmla="*/ 0 h 6858000"/>
              <a:gd name="connsiteX1" fmla="*/ 4032085 w 4032085"/>
              <a:gd name="connsiteY1" fmla="*/ 0 h 6858000"/>
              <a:gd name="connsiteX2" fmla="*/ 2508108 w 4032085"/>
              <a:gd name="connsiteY2" fmla="*/ 6858000 h 6858000"/>
              <a:gd name="connsiteX3" fmla="*/ 0 w 4032085"/>
              <a:gd name="connsiteY3" fmla="*/ 6858000 h 6858000"/>
              <a:gd name="connsiteX4" fmla="*/ 814474 w 4032085"/>
              <a:gd name="connsiteY4" fmla="*/ 3349256 h 6858000"/>
              <a:gd name="connsiteX5" fmla="*/ 11261 w 4032085"/>
              <a:gd name="connsiteY5" fmla="*/ 33492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2085" h="6858000">
                <a:moveTo>
                  <a:pt x="755529" y="0"/>
                </a:moveTo>
                <a:lnTo>
                  <a:pt x="4032085" y="0"/>
                </a:lnTo>
                <a:lnTo>
                  <a:pt x="2508108" y="6858000"/>
                </a:lnTo>
                <a:lnTo>
                  <a:pt x="0" y="6858000"/>
                </a:lnTo>
                <a:lnTo>
                  <a:pt x="814474" y="3349256"/>
                </a:lnTo>
                <a:lnTo>
                  <a:pt x="11261" y="33492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4">
            <a:extLst>
              <a:ext uri="{FF2B5EF4-FFF2-40B4-BE49-F238E27FC236}">
                <a16:creationId xmlns:a16="http://schemas.microsoft.com/office/drawing/2014/main" id="{314E632C-4DAD-46E1-B297-240AB0FEEA39}"/>
              </a:ext>
            </a:extLst>
          </p:cNvPr>
          <p:cNvGrpSpPr/>
          <p:nvPr userDrawn="1"/>
        </p:nvGrpSpPr>
        <p:grpSpPr>
          <a:xfrm>
            <a:off x="720076" y="1536176"/>
            <a:ext cx="4033264" cy="3172231"/>
            <a:chOff x="2444748" y="555045"/>
            <a:chExt cx="7282048" cy="5727454"/>
          </a:xfrm>
        </p:grpSpPr>
        <p:sp>
          <p:nvSpPr>
            <p:cNvPr id="3" name="Freeform: Shape 14">
              <a:extLst>
                <a:ext uri="{FF2B5EF4-FFF2-40B4-BE49-F238E27FC236}">
                  <a16:creationId xmlns:a16="http://schemas.microsoft.com/office/drawing/2014/main" id="{BFD51F0E-8317-44C9-BBF2-CEC3B9C198B2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15">
              <a:extLst>
                <a:ext uri="{FF2B5EF4-FFF2-40B4-BE49-F238E27FC236}">
                  <a16:creationId xmlns:a16="http://schemas.microsoft.com/office/drawing/2014/main" id="{474328BE-EBBF-42A3-8481-BA7389B09215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6">
              <a:extLst>
                <a:ext uri="{FF2B5EF4-FFF2-40B4-BE49-F238E27FC236}">
                  <a16:creationId xmlns:a16="http://schemas.microsoft.com/office/drawing/2014/main" id="{D6A6D7BF-0FE9-478E-B490-9A330B8A8201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21">
              <a:extLst>
                <a:ext uri="{FF2B5EF4-FFF2-40B4-BE49-F238E27FC236}">
                  <a16:creationId xmlns:a16="http://schemas.microsoft.com/office/drawing/2014/main" id="{74F50C30-B470-4D98-A71F-7F197FDBA605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22">
              <a:extLst>
                <a:ext uri="{FF2B5EF4-FFF2-40B4-BE49-F238E27FC236}">
                  <a16:creationId xmlns:a16="http://schemas.microsoft.com/office/drawing/2014/main" id="{442C98E5-B0FC-423F-953A-342E636D03C4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23">
              <a:extLst>
                <a:ext uri="{FF2B5EF4-FFF2-40B4-BE49-F238E27FC236}">
                  <a16:creationId xmlns:a16="http://schemas.microsoft.com/office/drawing/2014/main" id="{60182C81-D673-479F-B5B7-D486EA2AEF5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24">
              <a:extLst>
                <a:ext uri="{FF2B5EF4-FFF2-40B4-BE49-F238E27FC236}">
                  <a16:creationId xmlns:a16="http://schemas.microsoft.com/office/drawing/2014/main" id="{05C7E9B2-5316-4DEA-9E7D-AA36BB9B98BF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25">
              <a:extLst>
                <a:ext uri="{FF2B5EF4-FFF2-40B4-BE49-F238E27FC236}">
                  <a16:creationId xmlns:a16="http://schemas.microsoft.com/office/drawing/2014/main" id="{DA32EB94-3BE5-45A0-AE57-C741D36CF1AA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1" name="Graphic 14">
            <a:extLst>
              <a:ext uri="{FF2B5EF4-FFF2-40B4-BE49-F238E27FC236}">
                <a16:creationId xmlns:a16="http://schemas.microsoft.com/office/drawing/2014/main" id="{91FA9AFC-63F0-4477-8BD6-1DFF5E03203B}"/>
              </a:ext>
            </a:extLst>
          </p:cNvPr>
          <p:cNvGrpSpPr/>
          <p:nvPr userDrawn="1"/>
        </p:nvGrpSpPr>
        <p:grpSpPr>
          <a:xfrm>
            <a:off x="7567838" y="3300721"/>
            <a:ext cx="4033264" cy="3172231"/>
            <a:chOff x="2444748" y="555045"/>
            <a:chExt cx="7282048" cy="5727454"/>
          </a:xfrm>
        </p:grpSpPr>
        <p:sp>
          <p:nvSpPr>
            <p:cNvPr id="12" name="Freeform: Shape 27">
              <a:extLst>
                <a:ext uri="{FF2B5EF4-FFF2-40B4-BE49-F238E27FC236}">
                  <a16:creationId xmlns:a16="http://schemas.microsoft.com/office/drawing/2014/main" id="{90C19993-F68D-4A8A-B95F-908FD172CE86}"/>
                </a:ext>
              </a:extLst>
            </p:cNvPr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28">
              <a:extLst>
                <a:ext uri="{FF2B5EF4-FFF2-40B4-BE49-F238E27FC236}">
                  <a16:creationId xmlns:a16="http://schemas.microsoft.com/office/drawing/2014/main" id="{C2CD0AB6-5236-4545-AF01-936CBACAECC3}"/>
                </a:ext>
              </a:extLst>
            </p:cNvPr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29">
              <a:extLst>
                <a:ext uri="{FF2B5EF4-FFF2-40B4-BE49-F238E27FC236}">
                  <a16:creationId xmlns:a16="http://schemas.microsoft.com/office/drawing/2014/main" id="{A7F7C389-2851-4019-99A6-36C8C054D70F}"/>
                </a:ext>
              </a:extLst>
            </p:cNvPr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30">
              <a:extLst>
                <a:ext uri="{FF2B5EF4-FFF2-40B4-BE49-F238E27FC236}">
                  <a16:creationId xmlns:a16="http://schemas.microsoft.com/office/drawing/2014/main" id="{7AEF2D51-6A1A-4536-8A7A-7613782B563E}"/>
                </a:ext>
              </a:extLst>
            </p:cNvPr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31">
              <a:extLst>
                <a:ext uri="{FF2B5EF4-FFF2-40B4-BE49-F238E27FC236}">
                  <a16:creationId xmlns:a16="http://schemas.microsoft.com/office/drawing/2014/main" id="{58C1B63B-46B6-434F-B26A-688A8F2056F0}"/>
                </a:ext>
              </a:extLst>
            </p:cNvPr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32">
              <a:extLst>
                <a:ext uri="{FF2B5EF4-FFF2-40B4-BE49-F238E27FC236}">
                  <a16:creationId xmlns:a16="http://schemas.microsoft.com/office/drawing/2014/main" id="{6440A2BE-4C1C-45C3-9FC3-AFA15EC750FC}"/>
                </a:ext>
              </a:extLst>
            </p:cNvPr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33">
              <a:extLst>
                <a:ext uri="{FF2B5EF4-FFF2-40B4-BE49-F238E27FC236}">
                  <a16:creationId xmlns:a16="http://schemas.microsoft.com/office/drawing/2014/main" id="{1EBD103F-4A48-452C-A853-27626DD5BE28}"/>
                </a:ext>
              </a:extLst>
            </p:cNvPr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34">
              <a:extLst>
                <a:ext uri="{FF2B5EF4-FFF2-40B4-BE49-F238E27FC236}">
                  <a16:creationId xmlns:a16="http://schemas.microsoft.com/office/drawing/2014/main" id="{8389A0E8-E084-430C-9A2B-7D09DDA2F320}"/>
                </a:ext>
              </a:extLst>
            </p:cNvPr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그림 개체 틀 2">
            <a:extLst>
              <a:ext uri="{FF2B5EF4-FFF2-40B4-BE49-F238E27FC236}">
                <a16:creationId xmlns:a16="http://schemas.microsoft.com/office/drawing/2014/main" id="{685FE246-33EC-4953-83C9-1930EE1CE3D2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840413" y="1668687"/>
            <a:ext cx="3792591" cy="215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DA7BE895-4CA4-46B1-B92C-FD47E117858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7688175" y="3433231"/>
            <a:ext cx="3792591" cy="21557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0000"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01A66CB-508A-4B33-ADD3-9F8C79D262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90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9" r:id="rId16"/>
    <p:sldLayoutId id="2147483688" r:id="rId17"/>
    <p:sldLayoutId id="2147483687" r:id="rId18"/>
    <p:sldLayoutId id="2147483671" r:id="rId19"/>
    <p:sldLayoutId id="2147483672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1DC1C10-F82A-4C3E-8064-1B410ED5A961}"/>
              </a:ext>
            </a:extLst>
          </p:cNvPr>
          <p:cNvGrpSpPr/>
          <p:nvPr/>
        </p:nvGrpSpPr>
        <p:grpSpPr>
          <a:xfrm>
            <a:off x="6872621" y="1643414"/>
            <a:ext cx="5579352" cy="1579985"/>
            <a:chOff x="6734034" y="1551925"/>
            <a:chExt cx="2841771" cy="15799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94D598-798E-49B0-8D60-0A3824F4F0C0}"/>
                </a:ext>
              </a:extLst>
            </p:cNvPr>
            <p:cNvSpPr txBox="1"/>
            <p:nvPr/>
          </p:nvSpPr>
          <p:spPr>
            <a:xfrm>
              <a:off x="6734034" y="1551925"/>
              <a:ext cx="2747269" cy="12003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7200" b="1" dirty="0">
                  <a:solidFill>
                    <a:schemeClr val="bg1"/>
                  </a:solidFill>
                  <a:latin typeface="+mj-lt"/>
                  <a:cs typeface="Arial" pitchFamily="34" charset="0"/>
                </a:rPr>
                <a:t>FASTMOVE</a:t>
              </a:r>
              <a:endParaRPr lang="ko-KR" altLang="en-US" sz="7200" b="1" dirty="0">
                <a:solidFill>
                  <a:schemeClr val="bg1"/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6A9630-88DD-4087-9328-D20ABBC17BC5}"/>
                </a:ext>
              </a:extLst>
            </p:cNvPr>
            <p:cNvSpPr txBox="1"/>
            <p:nvPr/>
          </p:nvSpPr>
          <p:spPr>
            <a:xfrm>
              <a:off x="6797958" y="2752254"/>
              <a:ext cx="2777847" cy="37965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Giao </a:t>
              </a:r>
              <a:r>
                <a:rPr lang="en-US" altLang="ko-KR" sz="1867" dirty="0" err="1">
                  <a:solidFill>
                    <a:schemeClr val="bg1"/>
                  </a:solidFill>
                  <a:cs typeface="Arial" pitchFamily="34" charset="0"/>
                </a:rPr>
                <a:t>nhanh</a:t>
              </a:r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 – Tin </a:t>
              </a:r>
              <a:r>
                <a:rPr lang="en-US" altLang="ko-KR" sz="1867" dirty="0" err="1">
                  <a:solidFill>
                    <a:schemeClr val="bg1"/>
                  </a:solidFill>
                  <a:cs typeface="Arial" pitchFamily="34" charset="0"/>
                </a:rPr>
                <a:t>cậy</a:t>
              </a:r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 – </a:t>
              </a:r>
              <a:r>
                <a:rPr lang="en-US" altLang="ko-KR" sz="1867" dirty="0" err="1">
                  <a:solidFill>
                    <a:schemeClr val="bg1"/>
                  </a:solidFill>
                  <a:cs typeface="Arial" pitchFamily="34" charset="0"/>
                </a:rPr>
                <a:t>Mọi</a:t>
              </a:r>
              <a:r>
                <a:rPr lang="en-US" altLang="ko-KR" sz="1867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ko-KR" sz="1867" dirty="0" err="1">
                  <a:solidFill>
                    <a:schemeClr val="bg1"/>
                  </a:solidFill>
                  <a:cs typeface="Arial" pitchFamily="34" charset="0"/>
                </a:rPr>
                <a:t>lúc</a:t>
              </a:r>
              <a:endParaRPr lang="ko-KR" altLang="en-US" sz="1867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2CEA261-EFA4-28E4-7AA5-981B25727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6" y="735036"/>
            <a:ext cx="6194612" cy="538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6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F2FEBC-F454-4E24-B106-2760AAF71F28}"/>
              </a:ext>
            </a:extLst>
          </p:cNvPr>
          <p:cNvSpPr txBox="1"/>
          <p:nvPr/>
        </p:nvSpPr>
        <p:spPr>
          <a:xfrm>
            <a:off x="0" y="-84620"/>
            <a:ext cx="12191999" cy="14157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QUY TRÌNH NHẬN ĐƠN</a:t>
            </a:r>
          </a:p>
          <a:p>
            <a:pPr algn="ctr"/>
            <a:r>
              <a:rPr lang="en-US" altLang="ko-KR" sz="3200" dirty="0">
                <a:solidFill>
                  <a:schemeClr val="bg1"/>
                </a:solidFill>
                <a:cs typeface="Arial" pitchFamily="34" charset="0"/>
              </a:rPr>
              <a:t>CHO SHIPPER</a:t>
            </a:r>
            <a:endParaRPr lang="ko-KR" altLang="en-US" sz="3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DDC98-9F73-45D0-9189-9915C527248A}"/>
              </a:ext>
            </a:extLst>
          </p:cNvPr>
          <p:cNvSpPr txBox="1"/>
          <p:nvPr/>
        </p:nvSpPr>
        <p:spPr>
          <a:xfrm>
            <a:off x="5326506" y="173375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A4605-BF35-4349-8AE0-BFE6E4231E89}"/>
              </a:ext>
            </a:extLst>
          </p:cNvPr>
          <p:cNvSpPr txBox="1"/>
          <p:nvPr/>
        </p:nvSpPr>
        <p:spPr>
          <a:xfrm>
            <a:off x="6284602" y="1872258"/>
            <a:ext cx="4507692" cy="52322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800" b="1" dirty="0" err="1">
                <a:solidFill>
                  <a:schemeClr val="bg1"/>
                </a:solidFill>
                <a:cs typeface="Arial" pitchFamily="34" charset="0"/>
              </a:rPr>
              <a:t>Kiểm</a:t>
            </a:r>
            <a:r>
              <a:rPr lang="en-GB" altLang="ko-KR" sz="28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b="1" dirty="0" err="1">
                <a:solidFill>
                  <a:schemeClr val="bg1"/>
                </a:solidFill>
                <a:cs typeface="Arial" pitchFamily="34" charset="0"/>
              </a:rPr>
              <a:t>tra</a:t>
            </a:r>
            <a:r>
              <a:rPr lang="en-GB" altLang="ko-KR" sz="28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b="1" dirty="0" err="1">
                <a:solidFill>
                  <a:schemeClr val="bg1"/>
                </a:solidFill>
                <a:cs typeface="Arial" pitchFamily="34" charset="0"/>
              </a:rPr>
              <a:t>mã</a:t>
            </a:r>
            <a:r>
              <a:rPr lang="en-GB" altLang="ko-KR" sz="28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b="1" dirty="0" err="1">
                <a:solidFill>
                  <a:schemeClr val="bg1"/>
                </a:solidFill>
                <a:cs typeface="Arial" pitchFamily="34" charset="0"/>
              </a:rPr>
              <a:t>vận</a:t>
            </a:r>
            <a:r>
              <a:rPr lang="en-GB" altLang="ko-KR" sz="28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800" b="1" dirty="0" err="1">
                <a:solidFill>
                  <a:schemeClr val="bg1"/>
                </a:solidFill>
                <a:cs typeface="Arial" pitchFamily="34" charset="0"/>
              </a:rPr>
              <a:t>đơn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86B0002-2840-4622-8EED-D8065887A302}"/>
              </a:ext>
            </a:extLst>
          </p:cNvPr>
          <p:cNvCxnSpPr>
            <a:cxnSpLocks/>
          </p:cNvCxnSpPr>
          <p:nvPr/>
        </p:nvCxnSpPr>
        <p:spPr>
          <a:xfrm>
            <a:off x="5416731" y="2382242"/>
            <a:ext cx="5375563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104D723-A5B9-4608-A22E-396E24F14363}"/>
              </a:ext>
            </a:extLst>
          </p:cNvPr>
          <p:cNvSpPr txBox="1"/>
          <p:nvPr/>
        </p:nvSpPr>
        <p:spPr>
          <a:xfrm>
            <a:off x="6504691" y="2516435"/>
            <a:ext cx="3289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Đối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chiếu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mã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vận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đơn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trên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kiện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hàng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D50BF5-7DD2-47A2-BFF0-4B4A5174013D}"/>
              </a:ext>
            </a:extLst>
          </p:cNvPr>
          <p:cNvSpPr txBox="1"/>
          <p:nvPr/>
        </p:nvSpPr>
        <p:spPr>
          <a:xfrm>
            <a:off x="6504691" y="2896464"/>
            <a:ext cx="3717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Quét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mã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để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xác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đơn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hang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trên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hệ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thống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FB9ECF-C1E8-4925-8817-36D858C2B85B}"/>
              </a:ext>
            </a:extLst>
          </p:cNvPr>
          <p:cNvSpPr txBox="1"/>
          <p:nvPr/>
        </p:nvSpPr>
        <p:spPr>
          <a:xfrm>
            <a:off x="5326506" y="332801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AF5B6-CEC0-41A6-9BD2-F499AF01966F}"/>
              </a:ext>
            </a:extLst>
          </p:cNvPr>
          <p:cNvSpPr txBox="1"/>
          <p:nvPr/>
        </p:nvSpPr>
        <p:spPr>
          <a:xfrm>
            <a:off x="6284602" y="3466518"/>
            <a:ext cx="6364598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Xác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thông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tin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người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923DA613-076F-404B-9D20-407AAA4E3CAA}"/>
              </a:ext>
            </a:extLst>
          </p:cNvPr>
          <p:cNvCxnSpPr>
            <a:cxnSpLocks/>
          </p:cNvCxnSpPr>
          <p:nvPr/>
        </p:nvCxnSpPr>
        <p:spPr>
          <a:xfrm>
            <a:off x="5416731" y="3976502"/>
            <a:ext cx="5375563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3E6EB4-9DB2-4C09-BDD4-551292C2AE1E}"/>
              </a:ext>
            </a:extLst>
          </p:cNvPr>
          <p:cNvSpPr txBox="1"/>
          <p:nvPr/>
        </p:nvSpPr>
        <p:spPr>
          <a:xfrm>
            <a:off x="6504690" y="4110695"/>
            <a:ext cx="4055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Kiểm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tra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tên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số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điện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thoại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địa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chỉ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của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người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D9AA2-3FC5-4028-B22F-24EF4CDF9D5D}"/>
              </a:ext>
            </a:extLst>
          </p:cNvPr>
          <p:cNvSpPr txBox="1"/>
          <p:nvPr/>
        </p:nvSpPr>
        <p:spPr>
          <a:xfrm>
            <a:off x="6504691" y="4490724"/>
            <a:ext cx="4181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Báo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lại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kho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nếu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thiếu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hoặc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sai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sót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thông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tin 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9B3B6-0735-4589-A157-085B77A3AF31}"/>
              </a:ext>
            </a:extLst>
          </p:cNvPr>
          <p:cNvSpPr txBox="1"/>
          <p:nvPr/>
        </p:nvSpPr>
        <p:spPr>
          <a:xfrm>
            <a:off x="5326506" y="4922278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36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C1E7B-898A-4EE0-9BAC-4805E105DE7E}"/>
              </a:ext>
            </a:extLst>
          </p:cNvPr>
          <p:cNvSpPr txBox="1"/>
          <p:nvPr/>
        </p:nvSpPr>
        <p:spPr>
          <a:xfrm>
            <a:off x="6284602" y="5060777"/>
            <a:ext cx="600601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Kiểm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tra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phân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công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giao</a:t>
            </a:r>
            <a:r>
              <a:rPr lang="en-GB" altLang="ko-KR" sz="2400" b="1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GB" altLang="ko-KR" sz="2400" b="1" dirty="0" err="1">
                <a:solidFill>
                  <a:schemeClr val="bg1"/>
                </a:solidFill>
                <a:cs typeface="Arial" pitchFamily="34" charset="0"/>
              </a:rPr>
              <a:t>hàng</a:t>
            </a:r>
            <a:endParaRPr lang="ko-KR" altLang="en-US" sz="2400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F6A9589-96EE-456E-93C3-E73C389C6A91}"/>
              </a:ext>
            </a:extLst>
          </p:cNvPr>
          <p:cNvCxnSpPr>
            <a:cxnSpLocks/>
          </p:cNvCxnSpPr>
          <p:nvPr/>
        </p:nvCxnSpPr>
        <p:spPr>
          <a:xfrm>
            <a:off x="5416731" y="5570761"/>
            <a:ext cx="5375563" cy="0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F0FC945-B65E-409F-82A7-D2C92CDB126E}"/>
              </a:ext>
            </a:extLst>
          </p:cNvPr>
          <p:cNvSpPr txBox="1"/>
          <p:nvPr/>
        </p:nvSpPr>
        <p:spPr>
          <a:xfrm>
            <a:off x="6504690" y="5704954"/>
            <a:ext cx="4507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Xác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đơn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thuộc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tuyến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giao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phân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công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5A7EA4-6BBF-4AA0-A3F4-4E202800D0B3}"/>
              </a:ext>
            </a:extLst>
          </p:cNvPr>
          <p:cNvSpPr txBox="1"/>
          <p:nvPr/>
        </p:nvSpPr>
        <p:spPr>
          <a:xfrm>
            <a:off x="6504690" y="6084983"/>
            <a:ext cx="4118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Wingdings" panose="05000000000000000000" pitchFamily="2" charset="2"/>
              <a:buChar char="Ø"/>
            </a:pP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Không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tự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ý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nhận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đơn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của</a:t>
            </a:r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 shipper </a:t>
            </a:r>
            <a:r>
              <a:rPr lang="en-US" altLang="ko-KR" sz="1200" dirty="0" err="1">
                <a:solidFill>
                  <a:schemeClr val="bg1"/>
                </a:solidFill>
                <a:cs typeface="Arial" pitchFamily="34" charset="0"/>
              </a:rPr>
              <a:t>khác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9E391-D313-92BF-AEF9-AD385B361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23" y="1735401"/>
            <a:ext cx="3636577" cy="402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404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B117"/>
      </a:accent1>
      <a:accent2>
        <a:srgbClr val="FAB117"/>
      </a:accent2>
      <a:accent3>
        <a:srgbClr val="FAB117"/>
      </a:accent3>
      <a:accent4>
        <a:srgbClr val="FAB117"/>
      </a:accent4>
      <a:accent5>
        <a:srgbClr val="FAB117"/>
      </a:accent5>
      <a:accent6>
        <a:srgbClr val="FAB117"/>
      </a:accent6>
      <a:hlink>
        <a:srgbClr val="0000FF"/>
      </a:hlink>
      <a:folHlink>
        <a:srgbClr val="800080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404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AB117"/>
      </a:accent1>
      <a:accent2>
        <a:srgbClr val="FAB117"/>
      </a:accent2>
      <a:accent3>
        <a:srgbClr val="FAB117"/>
      </a:accent3>
      <a:accent4>
        <a:srgbClr val="FAB117"/>
      </a:accent4>
      <a:accent5>
        <a:srgbClr val="FAB117"/>
      </a:accent5>
      <a:accent6>
        <a:srgbClr val="FAB117"/>
      </a:accent6>
      <a:hlink>
        <a:srgbClr val="0000FF"/>
      </a:hlink>
      <a:folHlink>
        <a:srgbClr val="800080"/>
      </a:folHlink>
    </a:clrScheme>
    <a:fontScheme name="ALLPPT -Arial">
      <a:majorFont>
        <a:latin typeface="Arial"/>
        <a:ea typeface="Microsoft JhengHei UI"/>
        <a:cs typeface=""/>
      </a:majorFont>
      <a:minorFont>
        <a:latin typeface="Arial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2601</TotalTime>
  <Words>92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Wingdings</vt:lpstr>
      <vt:lpstr>Contents Slide Master</vt:lpstr>
      <vt:lpstr>Section Break Slide Master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Nguyen Linh</cp:lastModifiedBy>
  <cp:revision>76</cp:revision>
  <dcterms:created xsi:type="dcterms:W3CDTF">2020-01-20T05:08:25Z</dcterms:created>
  <dcterms:modified xsi:type="dcterms:W3CDTF">2026-10-26T14:44:28Z</dcterms:modified>
</cp:coreProperties>
</file>